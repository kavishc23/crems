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0be219a93e4585" /><Relationship Type="http://schemas.openxmlformats.org/officeDocument/2006/relationships/extended-properties" Target="/docProps/app.xml" Id="Ree6178e211114b44" /><Relationship Type="http://schemas.openxmlformats.org/officeDocument/2006/relationships/officeDocument" Target="/ppt/presentation.xml" Id="Rf73cb09725a345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7b645516c4563"/>
  </p:sldMasterIdLst>
  <p:notesMasterIdLst>
    <p:notesMasterId xmlns:r="http://schemas.openxmlformats.org/officeDocument/2006/relationships" r:id="Re8df53a53d73422a"/>
  </p:notesMasterIdLst>
  <p:sldIdLst>
    <p:sldId xmlns:r="http://schemas.openxmlformats.org/officeDocument/2006/relationships" id="256" r:id="R1ba37228e2154361"/>
    <p:sldId xmlns:r="http://schemas.openxmlformats.org/officeDocument/2006/relationships" id="257" r:id="R37f606fd7beb41d1"/>
  </p:sldIdLst>
  <p:sldSz cx="1143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527c31e5b4053" /><Relationship Type="http://schemas.openxmlformats.org/officeDocument/2006/relationships/slideMaster" Target="/ppt/slideMasters/slideMaster1.xml" Id="R10f7b645516c4563" /><Relationship Type="http://schemas.openxmlformats.org/officeDocument/2006/relationships/notesMaster" Target="/ppt/notesMasters/notesMaster1.xml" Id="Re8df53a53d73422a" /><Relationship Type="http://schemas.openxmlformats.org/officeDocument/2006/relationships/presProps" Target="/ppt/presProps.xml" Id="R0792348946b24a52" /><Relationship Type="http://schemas.openxmlformats.org/officeDocument/2006/relationships/tableStyles" Target="/ppt/tableStyles.xml" Id="Ra3b448cde9334d0e" /><Relationship Type="http://schemas.openxmlformats.org/officeDocument/2006/relationships/slide" Target="/ppt/slides/slide1.xml" Id="R1ba37228e2154361" /><Relationship Type="http://schemas.openxmlformats.org/officeDocument/2006/relationships/slide" Target="/ppt/slides/slide2.xml" Id="R37f606fd7beb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388d47f97c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115915e02e4c4a" /><Relationship Type="http://schemas.openxmlformats.org/officeDocument/2006/relationships/notesMaster" Target="/ppt/notesMasters/notesMaster1.xml" Id="Raf6a97006842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5105380ce24723" /><Relationship Type="http://schemas.openxmlformats.org/officeDocument/2006/relationships/notesMaster" Target="/ppt/notesMasters/notesMaster1.xml" Id="Rb0d39a0b4f7d41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CREMS report screenshot. Full lower labels recovered from the existing report diagram source in tmp/midterm/build_final.py.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CREMS report screenshot. Full lower labels recovered from the existing report diagram source in tmp/midterm/build_final.py.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320d931904d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7480a771c4f13" /><Relationship Type="http://schemas.openxmlformats.org/officeDocument/2006/relationships/slideLayout" Target="/ppt/slideLayouts/slideLayout1.xml" Id="R7d6a9ef913194a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6a9ef913194a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fc46e8b374e16" /><Relationship Type="http://schemas.openxmlformats.org/officeDocument/2006/relationships/notesSlide" Target="/ppt/notesSlides/notesSlide1.xml" Id="R9cf74f646b7943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08414284142b0" /><Relationship Type="http://schemas.openxmlformats.org/officeDocument/2006/relationships/notesSlide" Target="/ppt/notesSlides/notesSlide2.xml" Id="Rb8a4f69906e94f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iagram title">
            <a:extLst xmlns:a="http://schemas.openxmlformats.org/drawingml/2006/main">
              <a:ext uri="{FF2B5EF4-FFF2-40B4-BE49-F238E27FC236}">
                <a16:creationId xmlns:a16="http://schemas.microsoft.com/office/drawing/2014/main" id="{DF423C4A-E10F-4516-80A4-D8D5023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Logical architecture of the development system</a:t>
            </a:r>
          </a:p>
        </p:txBody>
      </p:sp>
      <p:sp>
        <p:nvSpPr>
          <p:cNvPr id="2" name="Customer web interface">
            <a:extLst xmlns:a="http://schemas.openxmlformats.org/drawingml/2006/main">
              <a:ext uri="{FF2B5EF4-FFF2-40B4-BE49-F238E27FC236}">
                <a16:creationId xmlns:a16="http://schemas.microsoft.com/office/drawing/2014/main" id="{23E752DF-CE94-4116-A87D-2CF03F9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 web interface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Catalogue and customer portal</a:t>
            </a:r>
          </a:p>
        </p:txBody>
      </p:sp>
      <p:sp>
        <p:nvSpPr>
          <p:cNvPr id="3" name="Staff web interface">
            <a:extLst xmlns:a="http://schemas.openxmlformats.org/drawingml/2006/main">
              <a:ext uri="{FF2B5EF4-FFF2-40B4-BE49-F238E27FC236}">
                <a16:creationId xmlns:a16="http://schemas.microsoft.com/office/drawing/2014/main" id="{015825CD-2901-47DD-9975-0A5B416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3825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Staff web interface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Scoped operational workflows</a:t>
            </a:r>
          </a:p>
        </p:txBody>
      </p:sp>
      <p:sp>
        <p:nvSpPr>
          <p:cNvPr id="4" name="ASP.NET Core API">
            <a:extLst xmlns:a="http://schemas.openxmlformats.org/drawingml/2006/main">
              <a:ext uri="{FF2B5EF4-FFF2-40B4-BE49-F238E27FC236}">
                <a16:creationId xmlns:a16="http://schemas.microsoft.com/office/drawing/2014/main" id="{47A178E0-1B23-4842-BD2F-D3D8A16E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95625"/>
            <a:ext cx="7429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ASP.NET Core API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Authentication and scope checks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and rental business services</a:t>
            </a:r>
          </a:p>
        </p:txBody>
      </p:sp>
      <p:sp>
        <p:nvSpPr>
          <p:cNvPr id="5" name="SQL Server through EF Core">
            <a:extLst xmlns:a="http://schemas.openxmlformats.org/drawingml/2006/main">
              <a:ext uri="{FF2B5EF4-FFF2-40B4-BE49-F238E27FC236}">
                <a16:creationId xmlns:a16="http://schemas.microsoft.com/office/drawing/2014/main" id="{6684FD41-AD00-408D-B6A5-0A36976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 Server through EF Core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 records and evidence</a:t>
            </a:r>
          </a:p>
        </p:txBody>
      </p:sp>
      <p:sp>
        <p:nvSpPr>
          <p:cNvPr id="6" name="Email queue and file services">
            <a:extLst xmlns:a="http://schemas.openxmlformats.org/drawingml/2006/main">
              <a:ext uri="{FF2B5EF4-FFF2-40B4-BE49-F238E27FC236}">
                <a16:creationId xmlns:a16="http://schemas.microsoft.com/office/drawing/2014/main" id="{EF99B036-E0F4-418F-9AA8-9E7FB57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191000" cy="104775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Email queue and file services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Documents and notifications</a:t>
            </a:r>
          </a:p>
        </p:txBody>
      </p:sp>
      <p:cxnSp>
        <p:nvCxnSpPr>
          <p:cNvPr id="1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3048000" y="2286000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18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5715000" y="2286000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19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048000" y="4333875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20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5715000" y="4333875"/>
            <a:ext cx="2667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67623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Diagram title">
            <a:extLst xmlns:a="http://schemas.openxmlformats.org/drawingml/2006/main">
              <a:ext uri="{FF2B5EF4-FFF2-40B4-BE49-F238E27FC236}">
                <a16:creationId xmlns:a16="http://schemas.microsoft.com/office/drawing/2014/main" id="{A52A5B6E-F1A9-4A5F-BB91-06782D38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rental entities and relationships</a:t>
            </a:r>
          </a:p>
        </p:txBody>
      </p:sp>
      <p:sp>
        <p:nvSpPr>
          <p:cNvPr id="2" name="Customer">
            <a:extLst xmlns:a="http://schemas.openxmlformats.org/drawingml/2006/main">
              <a:ext uri="{FF2B5EF4-FFF2-40B4-BE49-F238E27FC236}">
                <a16:creationId xmlns:a16="http://schemas.microsoft.com/office/drawing/2014/main" id="{00C9C61E-E070-467C-B91B-C914B52C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CustomerId</a:t>
            </a:r>
          </a:p>
        </p:txBody>
      </p:sp>
      <p:sp>
        <p:nvSpPr>
          <p:cNvPr id="3" name="Branch">
            <a:extLst xmlns:a="http://schemas.openxmlformats.org/drawingml/2006/main">
              <a:ext uri="{FF2B5EF4-FFF2-40B4-BE49-F238E27FC236}">
                <a16:creationId xmlns:a16="http://schemas.microsoft.com/office/drawing/2014/main" id="{1ECEBA5E-3351-4923-809C-0CEDFFCF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BranchId</a:t>
            </a:r>
          </a:p>
        </p:txBody>
      </p:sp>
      <p:sp>
        <p:nvSpPr>
          <p:cNvPr id="4" name="Asset">
            <a:extLst xmlns:a="http://schemas.openxmlformats.org/drawingml/2006/main">
              <a:ext uri="{FF2B5EF4-FFF2-40B4-BE49-F238E27FC236}">
                <a16:creationId xmlns:a16="http://schemas.microsoft.com/office/drawing/2014/main" id="{2F76051B-2645-43DC-8B3F-7FA0395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43000"/>
            <a:ext cx="2857500" cy="952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AssetId</a:t>
            </a:r>
          </a:p>
        </p:txBody>
      </p:sp>
      <p:sp>
        <p:nvSpPr>
          <p:cNvPr id="5" name="Booking">
            <a:extLst xmlns:a="http://schemas.openxmlformats.org/drawingml/2006/main">
              <a:ext uri="{FF2B5EF4-FFF2-40B4-BE49-F238E27FC236}">
                <a16:creationId xmlns:a16="http://schemas.microsoft.com/office/drawing/2014/main" id="{718CFCC3-2AC7-4873-B065-380E80E3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95625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CustomerId and BranchId</a:t>
            </a:r>
          </a:p>
        </p:txBody>
      </p:sp>
      <p:sp>
        <p:nvSpPr>
          <p:cNvPr id="6" name="BookingItem">
            <a:extLst xmlns:a="http://schemas.openxmlformats.org/drawingml/2006/main">
              <a:ext uri="{FF2B5EF4-FFF2-40B4-BE49-F238E27FC236}">
                <a16:creationId xmlns:a16="http://schemas.microsoft.com/office/drawing/2014/main" id="{AB8B0E47-9512-4BFB-8DE9-70F22C7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2857500" cy="109537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BookingItem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 and AssetId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Hire dates and rate</a:t>
            </a:r>
          </a:p>
        </p:txBody>
      </p:sp>
      <p:sp>
        <p:nvSpPr>
          <p:cNvPr id="7" name="RentalInspection">
            <a:extLst xmlns:a="http://schemas.openxmlformats.org/drawingml/2006/main">
              <a:ext uri="{FF2B5EF4-FFF2-40B4-BE49-F238E27FC236}">
                <a16:creationId xmlns:a16="http://schemas.microsoft.com/office/drawing/2014/main" id="{7F11275A-08DD-4A47-947B-6166FFE0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RentalInspection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Handover or Return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readings</a:t>
            </a:r>
          </a:p>
        </p:txBody>
      </p:sp>
      <p:sp>
        <p:nvSpPr>
          <p:cNvPr id="8" name="RentalAgreement">
            <a:extLst xmlns:a="http://schemas.openxmlformats.org/drawingml/2006/main">
              <a:ext uri="{FF2B5EF4-FFF2-40B4-BE49-F238E27FC236}">
                <a16:creationId xmlns:a16="http://schemas.microsoft.com/office/drawing/2014/main" id="{65C40EF8-2DFE-431B-BC1C-0BE2E698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RentalAgreement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Agreement and signatures</a:t>
            </a:r>
          </a:p>
        </p:txBody>
      </p:sp>
      <p:sp>
        <p:nvSpPr>
          <p:cNvPr id="9" name="BookingCharge">
            <a:extLst xmlns:a="http://schemas.openxmlformats.org/drawingml/2006/main">
              <a:ext uri="{FF2B5EF4-FFF2-40B4-BE49-F238E27FC236}">
                <a16:creationId xmlns:a16="http://schemas.microsoft.com/office/drawing/2014/main" id="{9B2E793C-D70A-435A-8811-E0CFAFB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86375"/>
            <a:ext cx="2857500" cy="1238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5240">
            <a:solidFill>
              <a:srgbClr val="99A5B0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500"/>
              </a:spcAft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BookingCharge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BookingId</a:t>
            </a:r>
          </a:p>
          <a:p xmlns:a="http://schemas.openxmlformats.org/drawingml/2006/main">
            <a:pPr algn="ctr"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Quantity and unit rate</a:t>
            </a:r>
          </a:p>
        </p:txBody>
      </p:sp>
      <p:cxnSp>
        <p:nvCxnSpPr>
          <p:cNvPr id="32" name=""/>
          <p:cNvCxnSpPr>
            <a:stCxn xmlns:a="http://schemas.openxmlformats.org/drawingml/2006/main" id="2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2095500"/>
            <a:ext cx="200025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2095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4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144000" y="20955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143750" y="36433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6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86000" y="4191000"/>
            <a:ext cx="34290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7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715000" y="41910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cxnSp>
        <p:nvCxnSpPr>
          <p:cNvPr id="38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715000" y="4191000"/>
            <a:ext cx="342900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666666"/>
            </a:solidFill>
            <a:headEnd type="none" w="med" len="med"/>
            <a:tailEnd type="none" w="med" len="med"/>
          </a:ln>
        </p:spPr>
      </p:cxnSp>
      <p:sp>
        <p:nvSpPr>
          <p:cNvPr id="17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0C03BD7D-17C0-4F9A-8D30-0705FAA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336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18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4DEF88A8-2742-49FD-8885-D0E471A9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19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B7380E9C-A8D1-4FDF-941D-42286EB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20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7E4744CE-F5AF-42E0-B341-346DAE4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  <p:sp>
        <p:nvSpPr>
          <p:cNvPr id="21" name="Relationship 1 to 0..1">
            <a:extLst xmlns:a="http://schemas.openxmlformats.org/drawingml/2006/main">
              <a:ext uri="{FF2B5EF4-FFF2-40B4-BE49-F238E27FC236}">
                <a16:creationId xmlns:a16="http://schemas.microsoft.com/office/drawing/2014/main" id="{7DA180D6-3E43-4228-9441-8BD79817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005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0..1</a:t>
            </a:r>
          </a:p>
        </p:txBody>
      </p:sp>
      <p:sp>
        <p:nvSpPr>
          <p:cNvPr id="22" name="Relationship 1 to many">
            <a:extLst xmlns:a="http://schemas.openxmlformats.org/drawingml/2006/main">
              <a:ext uri="{FF2B5EF4-FFF2-40B4-BE49-F238E27FC236}">
                <a16:creationId xmlns:a16="http://schemas.microsoft.com/office/drawing/2014/main" id="{4F9898F7-83A7-4F18-853B-B47B7E1B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148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to many</a:t>
            </a:r>
          </a:p>
        </p:txBody>
      </p:sp>
    </p:spTree>
    <p:extLst>
      <p:ext uri="{BB962C8B-B14F-4D97-AF65-F5344CB8AC3E}">
        <p14:creationId xmlns:p14="http://schemas.microsoft.com/office/powerpoint/2010/main" val="1639119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2026-09-17T03:25:45.3750000Z</dcterms:created>
  <dcterms:modified xsi:type="dcterms:W3CDTF">2026-09-17T03:25:45.3750000Z</dcterms:modified>
</coreProperties>
</file>