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25a2a9af04312" /><Relationship Type="http://schemas.openxmlformats.org/officeDocument/2006/relationships/extended-properties" Target="/docProps/app.xml" Id="Rc255ce4ac9b84942" /><Relationship Type="http://schemas.openxmlformats.org/officeDocument/2006/relationships/officeDocument" Target="/ppt/presentation.xml" Id="Rc1659bf0a537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069198b89544dd"/>
  </p:sldMasterIdLst>
  <p:notesMasterIdLst>
    <p:notesMasterId xmlns:r="http://schemas.openxmlformats.org/officeDocument/2006/relationships" r:id="R63542cc9ff944b85"/>
  </p:notesMasterIdLst>
  <p:sldIdLst>
    <p:sldId xmlns:r="http://schemas.openxmlformats.org/officeDocument/2006/relationships" id="256" r:id="R43fe49f30c524335"/>
    <p:sldId xmlns:r="http://schemas.openxmlformats.org/officeDocument/2006/relationships" id="257" r:id="R3e3f22f8d39b4052"/>
  </p:sldIdLst>
  <p:sldSz cx="1143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29ed92d4b49e6" /><Relationship Type="http://schemas.openxmlformats.org/officeDocument/2006/relationships/slideMaster" Target="/ppt/slideMasters/slideMaster1.xml" Id="R36069198b89544dd" /><Relationship Type="http://schemas.openxmlformats.org/officeDocument/2006/relationships/notesMaster" Target="/ppt/notesMasters/notesMaster1.xml" Id="R63542cc9ff944b85" /><Relationship Type="http://schemas.openxmlformats.org/officeDocument/2006/relationships/presProps" Target="/ppt/presProps.xml" Id="R21e6fb87153146e5" /><Relationship Type="http://schemas.openxmlformats.org/officeDocument/2006/relationships/tableStyles" Target="/ppt/tableStyles.xml" Id="Rbbe7d0a7e2c54ec6" /><Relationship Type="http://schemas.openxmlformats.org/officeDocument/2006/relationships/slide" Target="/ppt/slides/slide1.xml" Id="R43fe49f30c524335" /><Relationship Type="http://schemas.openxmlformats.org/officeDocument/2006/relationships/slide" Target="/ppt/slides/slide2.xml" Id="R3e3f22f8d39b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6bb222a7944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8aa6aa44149d1" /><Relationship Type="http://schemas.openxmlformats.org/officeDocument/2006/relationships/notesMaster" Target="/ppt/notesMasters/notesMaster1.xml" Id="R2ccbd0230a42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f69620c7b54170" /><Relationship Type="http://schemas.openxmlformats.org/officeDocument/2006/relationships/notesMaster" Target="/ppt/notesMasters/notesMaster1.xml" Id="R7520215715a2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CREMS report screenshot. Full lower labels recovered from the existing report diagram source in tmp/midterm/build_final.py.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CREMS report screenshot. Full lower labels recovered from the existing report diagram source in tmp/midterm/build_final.py.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86affc2904a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be8417821946f6" /><Relationship Type="http://schemas.openxmlformats.org/officeDocument/2006/relationships/slideLayout" Target="/ppt/slideLayouts/slideLayout1.xml" Id="Rcdca658ac4de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a658ac4de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b1c1ccad94eb1" /><Relationship Type="http://schemas.openxmlformats.org/officeDocument/2006/relationships/notesSlide" Target="/ppt/notesSlides/notesSlide1.xml" Id="R6c8bb4a705a546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9ddca41d341ec" /><Relationship Type="http://schemas.openxmlformats.org/officeDocument/2006/relationships/notesSlide" Target="/ppt/notesSlides/notesSlide2.xml" Id="R2f36877a20584c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 title">
            <a:extLst xmlns:a="http://schemas.openxmlformats.org/drawingml/2006/main">
              <a:ext uri="{FF2B5EF4-FFF2-40B4-BE49-F238E27FC236}">
                <a16:creationId xmlns:a16="http://schemas.microsoft.com/office/drawing/2014/main" id="{8F020B6E-355D-4485-AC39-1E5CCCB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Logical architecture of the development system</a:t>
            </a:r>
          </a:p>
        </p:txBody>
      </p:sp>
      <p:sp>
        <p:nvSpPr>
          <p:cNvPr id="2" name="Customer web interface">
            <a:extLst xmlns:a="http://schemas.openxmlformats.org/drawingml/2006/main">
              <a:ext uri="{FF2B5EF4-FFF2-40B4-BE49-F238E27FC236}">
                <a16:creationId xmlns:a16="http://schemas.microsoft.com/office/drawing/2014/main" id="{3C754EF5-A8DC-4163-8228-30E66678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web interface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Catalogue and customer portal</a:t>
            </a:r>
          </a:p>
        </p:txBody>
      </p:sp>
      <p:sp>
        <p:nvSpPr>
          <p:cNvPr id="3" name="Staff web interface">
            <a:extLst xmlns:a="http://schemas.openxmlformats.org/drawingml/2006/main">
              <a:ext uri="{FF2B5EF4-FFF2-40B4-BE49-F238E27FC236}">
                <a16:creationId xmlns:a16="http://schemas.microsoft.com/office/drawing/2014/main" id="{9488E1C2-B997-4075-84FC-71C1F22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 web interface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Scoped operational workflows</a:t>
            </a:r>
          </a:p>
        </p:txBody>
      </p:sp>
      <p:sp>
        <p:nvSpPr>
          <p:cNvPr id="4" name="ASP.NET Core API">
            <a:extLst xmlns:a="http://schemas.openxmlformats.org/drawingml/2006/main">
              <a:ext uri="{FF2B5EF4-FFF2-40B4-BE49-F238E27FC236}">
                <a16:creationId xmlns:a16="http://schemas.microsoft.com/office/drawing/2014/main" id="{E6305722-9673-413C-9942-C01DB1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95625"/>
            <a:ext cx="7429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ASP.NET Core API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Authentication and scope checks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and rental business services</a:t>
            </a:r>
          </a:p>
        </p:txBody>
      </p:sp>
      <p:sp>
        <p:nvSpPr>
          <p:cNvPr id="5" name="SQL Server through EF Core">
            <a:extLst xmlns:a="http://schemas.openxmlformats.org/drawingml/2006/main">
              <a:ext uri="{FF2B5EF4-FFF2-40B4-BE49-F238E27FC236}">
                <a16:creationId xmlns:a16="http://schemas.microsoft.com/office/drawing/2014/main" id="{30EA61CE-FAFD-4D9C-8CFE-BC70ADD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SQL Server through EF Core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 records and evidence</a:t>
            </a:r>
          </a:p>
        </p:txBody>
      </p:sp>
      <p:sp>
        <p:nvSpPr>
          <p:cNvPr id="6" name="Email queue and file services">
            <a:extLst xmlns:a="http://schemas.openxmlformats.org/drawingml/2006/main">
              <a:ext uri="{FF2B5EF4-FFF2-40B4-BE49-F238E27FC236}">
                <a16:creationId xmlns:a16="http://schemas.microsoft.com/office/drawing/2014/main" id="{A1BCA3E5-5C71-4598-B72A-FEE506A3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Email queue and file services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Documents and notifications</a:t>
            </a:r>
          </a:p>
        </p:txBody>
      </p:sp>
      <p:cxnSp>
        <p:nvCxnSpPr>
          <p:cNvPr id="17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3048000" y="2286000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18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5715000" y="2286000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19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048000" y="4333875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20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715000" y="4333875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73683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iagram title">
            <a:extLst xmlns:a="http://schemas.openxmlformats.org/drawingml/2006/main">
              <a:ext uri="{FF2B5EF4-FFF2-40B4-BE49-F238E27FC236}">
                <a16:creationId xmlns:a16="http://schemas.microsoft.com/office/drawing/2014/main" id="{662572D5-C0D0-41C7-93D4-DDAE5B1A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Selected rental entities and relationships</a:t>
            </a:r>
          </a:p>
        </p:txBody>
      </p:sp>
      <p:sp>
        <p:nvSpPr>
          <p:cNvPr id="2" name="Customer">
            <a:extLst xmlns:a="http://schemas.openxmlformats.org/drawingml/2006/main">
              <a:ext uri="{FF2B5EF4-FFF2-40B4-BE49-F238E27FC236}">
                <a16:creationId xmlns:a16="http://schemas.microsoft.com/office/drawing/2014/main" id="{A7FABDA2-8BE1-4CD4-A9F2-69488EE0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8575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CustomerId</a:t>
            </a:r>
          </a:p>
        </p:txBody>
      </p:sp>
      <p:sp>
        <p:nvSpPr>
          <p:cNvPr id="3" name="Branch">
            <a:extLst xmlns:a="http://schemas.openxmlformats.org/drawingml/2006/main">
              <a:ext uri="{FF2B5EF4-FFF2-40B4-BE49-F238E27FC236}">
                <a16:creationId xmlns:a16="http://schemas.microsoft.com/office/drawing/2014/main" id="{5DD0D721-AE48-4C84-BC3E-73364FF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28575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BranchId</a:t>
            </a:r>
          </a:p>
        </p:txBody>
      </p:sp>
      <p:sp>
        <p:nvSpPr>
          <p:cNvPr id="4" name="Asset">
            <a:extLst xmlns:a="http://schemas.openxmlformats.org/drawingml/2006/main">
              <a:ext uri="{FF2B5EF4-FFF2-40B4-BE49-F238E27FC236}">
                <a16:creationId xmlns:a16="http://schemas.microsoft.com/office/drawing/2014/main" id="{C0226BFD-9490-411F-BDAA-C39597DB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"/>
            <a:ext cx="28575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AssetId</a:t>
            </a:r>
          </a:p>
        </p:txBody>
      </p:sp>
      <p:sp>
        <p:nvSpPr>
          <p:cNvPr id="5" name="Booking">
            <a:extLst xmlns:a="http://schemas.openxmlformats.org/drawingml/2006/main">
              <a:ext uri="{FF2B5EF4-FFF2-40B4-BE49-F238E27FC236}">
                <a16:creationId xmlns:a16="http://schemas.microsoft.com/office/drawing/2014/main" id="{7E0AB563-35B4-41BA-AF44-EC77F7A4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28575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CustomerId and BranchId</a:t>
            </a:r>
          </a:p>
        </p:txBody>
      </p:sp>
      <p:sp>
        <p:nvSpPr>
          <p:cNvPr id="6" name="BookingItem">
            <a:extLst xmlns:a="http://schemas.openxmlformats.org/drawingml/2006/main">
              <a:ext uri="{FF2B5EF4-FFF2-40B4-BE49-F238E27FC236}">
                <a16:creationId xmlns:a16="http://schemas.microsoft.com/office/drawing/2014/main" id="{89ACB8D2-CEA2-473C-84C9-FD2FD6C4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28575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BookingItem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 and AssetId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Hire dates and rate</a:t>
            </a:r>
          </a:p>
        </p:txBody>
      </p:sp>
      <p:sp>
        <p:nvSpPr>
          <p:cNvPr id="7" name="RentalInspection">
            <a:extLst xmlns:a="http://schemas.openxmlformats.org/drawingml/2006/main">
              <a:ext uri="{FF2B5EF4-FFF2-40B4-BE49-F238E27FC236}">
                <a16:creationId xmlns:a16="http://schemas.microsoft.com/office/drawing/2014/main" id="{7AAD5546-BF15-4974-8C7B-9D73ED5F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2857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RentalInspection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Handover or Return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readings</a:t>
            </a:r>
          </a:p>
        </p:txBody>
      </p:sp>
      <p:sp>
        <p:nvSpPr>
          <p:cNvPr id="8" name="RentalAgreement">
            <a:extLst xmlns:a="http://schemas.openxmlformats.org/drawingml/2006/main">
              <a:ext uri="{FF2B5EF4-FFF2-40B4-BE49-F238E27FC236}">
                <a16:creationId xmlns:a16="http://schemas.microsoft.com/office/drawing/2014/main" id="{B5B95BCC-3BA3-43F9-85F0-1FA5D419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2857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RentalAgreement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Agreement and signatures</a:t>
            </a:r>
          </a:p>
        </p:txBody>
      </p:sp>
      <p:sp>
        <p:nvSpPr>
          <p:cNvPr id="9" name="BookingCharge">
            <a:extLst xmlns:a="http://schemas.openxmlformats.org/drawingml/2006/main">
              <a:ext uri="{FF2B5EF4-FFF2-40B4-BE49-F238E27FC236}">
                <a16:creationId xmlns:a16="http://schemas.microsoft.com/office/drawing/2014/main" id="{F51ACFC7-6604-44D9-A03E-4B69D21C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86375"/>
            <a:ext cx="2857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BookingCharge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Quantity and unit rate</a:t>
            </a:r>
          </a:p>
        </p:txBody>
      </p:sp>
      <p:cxnSp>
        <p:nvCxnSpPr>
          <p:cNvPr id="32" name=""/>
          <p:cNvCxnSpPr>
            <a:stCxn xmlns:a="http://schemas.openxmlformats.org/drawingml/2006/main" id="2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2095500"/>
            <a:ext cx="2000250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20955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4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144000" y="20955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43750" y="36433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86000" y="4191000"/>
            <a:ext cx="34290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715000" y="419100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8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715000" y="4191000"/>
            <a:ext cx="34290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sp>
        <p:nvSpPr>
          <p:cNvPr id="17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7D0951EB-3AFC-41F1-AAE9-0B773BB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431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18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49F7532B-D724-466C-8CFF-E37C892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19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2E2F74EC-7C22-4A43-AC51-E65624A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20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24878EC9-6722-40A2-B78A-4F4638D7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21" name="Relationship 1 to 0..1">
            <a:extLst xmlns:a="http://schemas.openxmlformats.org/drawingml/2006/main">
              <a:ext uri="{FF2B5EF4-FFF2-40B4-BE49-F238E27FC236}">
                <a16:creationId xmlns:a16="http://schemas.microsoft.com/office/drawing/2014/main" id="{C42E25D2-CF78-4DB9-AD81-0B6DF2FB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005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0..1</a:t>
            </a:r>
          </a:p>
        </p:txBody>
      </p:sp>
      <p:sp>
        <p:nvSpPr>
          <p:cNvPr id="22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09E0389E-44A1-4518-9952-58DE938B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</p:spTree>
    <p:extLst>
      <p:ext uri="{BB962C8B-B14F-4D97-AF65-F5344CB8AC3E}">
        <p14:creationId xmlns:p14="http://schemas.microsoft.com/office/powerpoint/2010/main" val="1536165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2026-09-17T03:24:30.3420000Z</dcterms:created>
  <dcterms:modified xsi:type="dcterms:W3CDTF">2026-09-17T03:24:30.3420000Z</dcterms:modified>
</coreProperties>
</file>